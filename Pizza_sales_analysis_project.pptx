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EF0B5-3FB7-4242-9438-41B796E95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0D79DE-94FA-3620-B4AE-0D0B5FA54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48FC6-4F12-B08F-9729-0EB72320B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48838-2F6F-4480-ACD5-79CD7FEE013C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990AF-4EDA-4012-B679-025A9EBE5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1DBEF-928E-4E76-F156-9542D3183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A547-43AD-4F44-A2A6-24E916BB1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164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39993-C020-D6CD-F90C-35C6DAA0D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700D6-2FD5-A51C-4118-A3671AC94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D9CCE-218A-1626-1909-04E080864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48838-2F6F-4480-ACD5-79CD7FEE013C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3436E-682B-4165-FFCF-FA14C8C6F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26D95-52AE-3602-051C-82EDCABB7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A547-43AD-4F44-A2A6-24E916BB1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377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4E75C-F2FA-D355-F193-EF6C7ABE6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065E8-F276-0FDB-74A3-311924E40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DF918-8C4E-C157-788B-EBE06C12D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48838-2F6F-4480-ACD5-79CD7FEE013C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21262-4E4F-AF75-1D14-F6782DA2F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30FF5-AC09-7940-214D-7FD763C4E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A547-43AD-4F44-A2A6-24E916BB1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413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AAF2E-AE7C-0D7B-DF95-4A8E68B38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C2BA3-6817-4126-4314-A487D26D68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B9E743-C12B-445E-4226-38698DC915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0C517-5C14-99FF-CEB3-02CC403A5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48838-2F6F-4480-ACD5-79CD7FEE013C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53464-4606-ED3A-6CD4-0DD747331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2C60B1-3072-606A-F393-1A3658847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A547-43AD-4F44-A2A6-24E916BB1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546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EA8A6-D7A3-03BF-F852-12B90E829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984DF-4FE2-42BA-629B-891A0C10A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DBD479-3461-5D84-C33C-04214FE8B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CCECC7-7A43-418C-09F5-09C09975B1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465A49-6592-30A3-FC16-2E89A7B0A9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F0C198-FE7D-B2B9-C37A-B00AA6BB1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48838-2F6F-4480-ACD5-79CD7FEE013C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8FD4FA-AC85-FBB8-95BF-5FEBE0294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018A31-AA41-99A9-F252-FCFDD104F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A547-43AD-4F44-A2A6-24E916BB1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486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42D09-E7D7-6A02-4FB1-B1AB41591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EF4A64-C86A-9E81-739E-34F09DDF4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48838-2F6F-4480-ACD5-79CD7FEE013C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0E7B59-1717-9A40-80AD-2FF5A0EB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F9C093-1D74-F867-F322-A8AE3F1EA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A547-43AD-4F44-A2A6-24E916BB1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400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ADC3AD-8A91-1D99-CE89-61C09E510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48838-2F6F-4480-ACD5-79CD7FEE013C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7861CD-A16F-0F35-0CAF-C45971018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414D1-5937-C6EB-CE72-76859BBC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A547-43AD-4F44-A2A6-24E916BB1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283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4735E-52A2-7E28-2225-BE62EABB9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3F46F-F19C-9878-F847-42D8480CE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B3FD68-5451-1277-6925-8F4082618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B8453-13DD-CFF1-B365-3F94855EB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48838-2F6F-4480-ACD5-79CD7FEE013C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60A52-F4FD-0FCB-1FE9-995F47BF2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673F1-2A14-C9C1-11D0-341597447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A547-43AD-4F44-A2A6-24E916BB1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614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888E4-5AAF-9C94-2356-F5F05D147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4DA4DD-E7A5-D824-8198-5E6CB33292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98A27D-4252-9687-FBD8-367C5CAF4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C0E240-C622-6D84-4992-47829728F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48838-2F6F-4480-ACD5-79CD7FEE013C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22DE3-305D-D059-DDFF-BA6D2338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ACFC8-05BF-3FDD-766E-0930B5C16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A547-43AD-4F44-A2A6-24E916BB1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775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BF31C-D349-1606-8289-4E596AC82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05AE5C-DDD4-6D22-2693-8AF62B0217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67A85-0CAF-E1D0-F895-6EA7D0025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48838-2F6F-4480-ACD5-79CD7FEE013C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A5CAA-0B5F-2F17-4F9B-5EB12BAB7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230AE-BF87-5933-E454-F667CA0E4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A547-43AD-4F44-A2A6-24E916BB1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236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2CDC66-7774-7D17-E930-932C0E7248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0AD28E-8C38-1E74-AD01-48681537C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F77C9-5759-F9B7-EC6C-77B89FB9C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48838-2F6F-4480-ACD5-79CD7FEE013C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A52A6-F913-BB30-B9CE-1C5C694D4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7BC74-7D05-2EEA-A189-7C074F57F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A547-43AD-4F44-A2A6-24E916BB1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615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721E92-8AFB-5DEE-431B-71C5C5754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D70B3-9C67-27EB-002D-11FD13660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F0F31-8D96-534D-44FE-9A0750204A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48838-2F6F-4480-ACD5-79CD7FEE013C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51547-5360-9AB3-3AA6-31720A002A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6F19D-A1C2-337C-6DC1-C341B915C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2A547-43AD-4F44-A2A6-24E916BB1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766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B1CD84-D3CB-B5F3-DC92-304A88EA9634}"/>
              </a:ext>
            </a:extLst>
          </p:cNvPr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D7B8FB-DF8E-6705-050C-231FC1883A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83" y="117987"/>
            <a:ext cx="11867535" cy="661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041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CAD2B9-80D2-33BC-68C2-70F854328E3C}"/>
              </a:ext>
            </a:extLst>
          </p:cNvPr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BC0164-E346-BADC-A5EF-10B4F01C5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13" y="146550"/>
            <a:ext cx="11828206" cy="656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342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E97416-6BFA-9955-A5D9-6BDED45A8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82" y="175357"/>
            <a:ext cx="11838038" cy="652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890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261B95-0064-4027-E777-86EC0AB863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48" y="157316"/>
            <a:ext cx="11877368" cy="655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54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61A536-1810-A65E-0C41-4383F192CC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19" y="147484"/>
            <a:ext cx="11897034" cy="657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005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6793A8-0E4B-1328-5F36-61D931C99D84}"/>
              </a:ext>
            </a:extLst>
          </p:cNvPr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CB0515-8FA9-7F25-28E8-37AC3720F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53" y="139879"/>
            <a:ext cx="11877131" cy="658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995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30FA8A-FB2A-9D8D-2942-A60692E48C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16" y="164919"/>
            <a:ext cx="11867536" cy="654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309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31182B-D139-2E86-44FF-9B0C0E09A6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13" y="157316"/>
            <a:ext cx="11818374" cy="654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727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0065ED-5C5C-46B6-9D99-CE9034BE3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60" y="164920"/>
            <a:ext cx="11861924" cy="655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433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FBC841-BEE7-3047-798F-817BC902D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93" y="150629"/>
            <a:ext cx="11812762" cy="657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124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91C96B-3715-0CAA-3E30-F6D838472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85" y="174444"/>
            <a:ext cx="11813069" cy="653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564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Siddhi Patil</dc:creator>
  <cp:lastModifiedBy>Siddhi Patil</cp:lastModifiedBy>
  <cp:revision>1</cp:revision>
  <dcterms:created xsi:type="dcterms:W3CDTF">2026-02-28T13:57:04Z</dcterms:created>
  <dcterms:modified xsi:type="dcterms:W3CDTF">2026-02-28T14:17:30Z</dcterms:modified>
</cp:coreProperties>
</file>